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Arial"/>
              </a:rPr>
              <a:t>Weighted Absolute Percentage Error (WAPE)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WAPE (lower is better)</c:v>
                </c:pt>
              </c:strCache>
            </c:strRef>
          </c:tx>
          <c:spPr>
            <a:solidFill>
              <a:srgbClr val="6B7394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39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9E4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Seasonal-naive baseline</c:v>
                  </c:pt>
                  <c:pt idx="1">
                    <c:v>FORESIGHT model (LightGBM)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0.379</c:v>
                </c:pt>
                <c:pt idx="1">
                  <c:v>0.29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Arial"/>
              </a:rPr>
              <a:t>200 SKUs by quadrant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SKUs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3131"/>
              </a:solidFill>
              <a:effectLst/>
            </c:spPr>
          </c:dPt>
          <c:dPt>
            <c:idx val="1"/>
            <c:bubble3D val="0"/>
            <c:spPr>
              <a:solidFill>
                <a:srgbClr val="5C7CFA"/>
              </a:solidFill>
              <a:effectLst/>
            </c:spPr>
          </c:dPt>
          <c:dPt>
            <c:idx val="2"/>
            <c:bubble3D val="0"/>
            <c:spPr>
              <a:solidFill>
                <a:srgbClr val="2F9E44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Reorder now</c:v>
                </c:pt>
                <c:pt idx="1">
                  <c:v>Markdown / clear</c:v>
                </c:pt>
                <c:pt idx="2">
                  <c:v>Healthy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</c:v>
                </c:pt>
                <c:pt idx="1">
                  <c:v>44</c:v>
                </c:pt>
                <c:pt idx="2">
                  <c:v>151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273580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3291840"/>
            <a:ext cx="3840480" cy="3840480"/>
          </a:xfrm>
          <a:prstGeom prst="roundRect">
            <a:avLst>
              <a:gd name="adj" fmla="val 50000"/>
            </a:avLst>
          </a:prstGeom>
          <a:solidFill>
            <a:srgbClr val="232E6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ANALYTICS · CLIENT ENGAGEMENT READOUT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FORESIGHT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Demand &amp; Inventory Intelligence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3703320"/>
            <a:ext cx="3840480" cy="0"/>
          </a:xfrm>
          <a:prstGeom prst="line">
            <a:avLst/>
          </a:prstGeom>
          <a:noFill/>
          <a:ln w="12700">
            <a:solidFill>
              <a:srgbClr val="445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9776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NorthBay Living — D2C home &amp; lifestyle brand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Operations · Finance Lead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Zidio Development — Data Science &amp; Analytics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D7 — Executive Readout · Engagement Brief v1.0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SKUs in five need action this week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rupee impact, not by gut feel — every number below is reproducible from the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167128"/>
            <a:ext cx="2423160" cy="10309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031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1.14 Cr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3182112"/>
            <a:ext cx="2423160" cy="6560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sales at risk from stockouts —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probability-weighted across all 200 SKUs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0" y="205740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11880" y="2167128"/>
            <a:ext cx="2423160" cy="10309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031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SKUs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11880" y="3182112"/>
            <a:ext cx="2423160" cy="6560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“Reorder now” today —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3.12 lakh of near-term sales at risk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205740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2167128"/>
            <a:ext cx="2423160" cy="10309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7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2.53 Cr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537960" y="3182112"/>
            <a:ext cx="2423160" cy="6560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locked in excess stock across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SKUs holding far more than they'll sell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326880" y="205740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464040" y="2167128"/>
            <a:ext cx="2423160" cy="10309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9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+23.5%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464040" y="3182112"/>
            <a:ext cx="2423160" cy="6560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than a seasonal-naive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baseline, on an honest 10-fold backtest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11091672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this week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892040"/>
            <a:ext cx="10543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5000"/>
              </a:lnSpc>
              <a:spcAft>
                <a:spcPts val="400"/>
              </a:spcAft>
              <a:buSzPct val="100000"/>
              <a:buChar char="▪"/>
            </a:pPr>
            <a:r>
              <a:rPr lang="en-US" sz="1350" b="1" dirty="0">
                <a:solidFill>
                  <a:srgbClr val="E031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now — 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replenishment orders on 5 SKUs before they run out.
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5C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/ clear — 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or discount 44 SKUs to free up Rs 2.53 Cr of working capital.
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— 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 of 200 SKUs are healthy; no action needed.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EXISTS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NorthBay is losing money in two directions at once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5F5"/>
          </a:solidFill>
          <a:ln w="12700">
            <a:solidFill>
              <a:srgbClr val="FFC9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031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Best-sellers run out.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are lost — permanently.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EDA found 43 SKUs that spent over a quarter of the last two years sitting at zero on-hand stock. Every one of those days, recorded sales silently understated real demand.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4800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31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651760" y="49377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chronically stocked-out SKUs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(&gt;25% of days at zero stock)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1F3FF"/>
          </a:solidFill>
          <a:ln w="12700">
            <a:solidFill>
              <a:srgbClr val="D0D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C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23317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movers pile up.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sits on shelves.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34290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SKUs sold under 685 units combined across two full years. Left alone, this ends in margin-eroding markdowns instead of a controlled, proactive clearance.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37960" y="4800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C7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5.5 Cr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732520" y="49377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capital currently sitting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on-hand inventory (at cost)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SOLVED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four messy spreadsheets to a decision every week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148840" cy="3566160"/>
          </a:xfrm>
          <a:prstGeom prst="roundRect">
            <a:avLst>
              <a:gd name="adj" fmla="val 4255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21945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283464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3232" y="3337560"/>
            <a:ext cx="181965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inconsistent categories,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duplicates, missing values —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coded, not manual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34640" y="1965960"/>
            <a:ext cx="2148840" cy="3566160"/>
          </a:xfrm>
          <a:prstGeom prst="roundRect">
            <a:avLst>
              <a:gd name="adj" fmla="val 4255"/>
            </a:avLst>
          </a:prstGeom>
          <a:solidFill>
            <a:srgbClr val="3B4A9E"/>
          </a:solidFill>
          <a:ln/>
        </p:spPr>
      </p:sp>
      <p:sp>
        <p:nvSpPr>
          <p:cNvPr id="10" name="Shape 8"/>
          <p:cNvSpPr/>
          <p:nvPr/>
        </p:nvSpPr>
        <p:spPr>
          <a:xfrm>
            <a:off x="2999232" y="21945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999232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4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99232" y="283464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999232" y="3337560"/>
            <a:ext cx="181965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seasonality, top movers,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stock, and where sales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being censored by stockouts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20640" y="1965960"/>
            <a:ext cx="2148840" cy="3566160"/>
          </a:xfrm>
          <a:prstGeom prst="roundRect">
            <a:avLst>
              <a:gd name="adj" fmla="val 4255"/>
            </a:avLst>
          </a:prstGeom>
          <a:solidFill>
            <a:srgbClr val="5C6FC4"/>
          </a:solidFill>
          <a:ln/>
        </p:spPr>
      </p:sp>
      <p:sp>
        <p:nvSpPr>
          <p:cNvPr id="15" name="Shape 13"/>
          <p:cNvSpPr/>
          <p:nvPr/>
        </p:nvSpPr>
        <p:spPr>
          <a:xfrm>
            <a:off x="5285232" y="21945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285232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F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85232" y="283464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285232" y="3337560"/>
            <a:ext cx="181965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a seasonal-naive baseline,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honestly, on a rolling-origin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— or ship the baseline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06640" y="1965960"/>
            <a:ext cx="2148840" cy="3566160"/>
          </a:xfrm>
          <a:prstGeom prst="roundRect">
            <a:avLst>
              <a:gd name="adj" fmla="val 4255"/>
            </a:avLst>
          </a:prstGeom>
          <a:solidFill>
            <a:srgbClr val="8593D6"/>
          </a:solidFill>
          <a:ln/>
        </p:spPr>
      </p:sp>
      <p:sp>
        <p:nvSpPr>
          <p:cNvPr id="20" name="Shape 18"/>
          <p:cNvSpPr/>
          <p:nvPr/>
        </p:nvSpPr>
        <p:spPr>
          <a:xfrm>
            <a:off x="7571232" y="21945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571232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59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571232" y="283464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risk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571232" y="3337560"/>
            <a:ext cx="181965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forecast + stock position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stockout / overstock flag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rupee number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92640" y="1965960"/>
            <a:ext cx="2148840" cy="3566160"/>
          </a:xfrm>
          <a:prstGeom prst="roundRect">
            <a:avLst>
              <a:gd name="adj" fmla="val 4255"/>
            </a:avLst>
          </a:prstGeom>
          <a:solidFill>
            <a:srgbClr val="CADCFC"/>
          </a:solidFill>
          <a:ln/>
        </p:spPr>
      </p:sp>
      <p:sp>
        <p:nvSpPr>
          <p:cNvPr id="25" name="Shape 23"/>
          <p:cNvSpPr/>
          <p:nvPr/>
        </p:nvSpPr>
        <p:spPr>
          <a:xfrm>
            <a:off x="9857232" y="21945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9857232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857232" y="283464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857232" y="3337560"/>
            <a:ext cx="181965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the ops team runs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themselves, plus an API any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can call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58064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non-negotiable rule: beat the baseline honestly, or ship the baseline and say so. Never leak future information into a feature; never fake a backtest.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forecast beats a naive guess by 23.5%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Weekly, SKU-level demand forecast · 6-week horizon · 10-fold rolling-origin backtest (walk-forward — every fold trained only on data available at that point in time).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57400"/>
          <a:ext cx="5760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205740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12280" y="2167128"/>
            <a:ext cx="466344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9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0.290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12280" y="2688336"/>
            <a:ext cx="466344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WAPE — the primary accuracy metric (robust to low-volume SKUs)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675120" y="324612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12280" y="3355848"/>
            <a:ext cx="466344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812280" y="3877056"/>
            <a:ext cx="466344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folds where the model beat the baseline — not a one-off fluke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675120" y="443484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812280" y="4544568"/>
            <a:ext cx="466344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7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−0.99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812280" y="5065776"/>
            <a:ext cx="466344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bias (units/week) in the most recent fold — near-zero, slight under-forecast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58064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honestly: the model forecasts recorded sell-through demand. For chronically stocked-out SKUs, true demand is likely higher than shown — see the Risk &amp; Limitations slide.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SKU, one grid, one action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5120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1691640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AFB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72200" y="189280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03131"/>
          </a:solidFill>
          <a:ln/>
        </p:spPr>
      </p:sp>
      <p:sp>
        <p:nvSpPr>
          <p:cNvPr id="7" name="Text 4"/>
          <p:cNvSpPr/>
          <p:nvPr/>
        </p:nvSpPr>
        <p:spPr>
          <a:xfrm>
            <a:off x="6172200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0" y="17830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Reorder now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0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stockout risk, low overstock — raise a replenishment order now.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5989320" y="2715768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AFB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72200" y="2916936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08C00"/>
          </a:solidFill>
          <a:ln/>
        </p:spPr>
      </p:sp>
      <p:sp>
        <p:nvSpPr>
          <p:cNvPr id="12" name="Text 9"/>
          <p:cNvSpPr/>
          <p:nvPr/>
        </p:nvSpPr>
        <p:spPr>
          <a:xfrm>
            <a:off x="6172200" y="2916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0" y="28072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/ volatile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858000" y="31272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on both fronts — none currently; would need manual review.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5989320" y="3739896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AFB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72200" y="3941064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5C7CFA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39410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58000" y="383133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Markdown / clear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858000" y="415137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overstock, low stockout — promote or discount to free capital.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5989320" y="4764024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AFB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72200" y="496519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F9E44"/>
          </a:solidFill>
          <a:ln/>
        </p:spPr>
      </p:sp>
      <p:sp>
        <p:nvSpPr>
          <p:cNvPr id="22" name="Text 19"/>
          <p:cNvSpPr/>
          <p:nvPr/>
        </p:nvSpPr>
        <p:spPr>
          <a:xfrm>
            <a:off x="6172200" y="4965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151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58000" y="485546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858000" y="517550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on both fronts — no action needed.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risk = P(forecast demand over lead time &gt; on-hand + on-order stock). Overstock risk = weeks-of-cover beyond a healthy target. Transparent, explainable — not a black box.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TEAM GETS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dashboard ops runs — no data scientist required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83080"/>
            <a:ext cx="3099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3232" y="2093976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KPIs &amp; quadrant counts at a glance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0" y="169164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79392" y="1783080"/>
            <a:ext cx="3099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Analytics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279392" y="2093976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trends, seasonality, top movers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680960" y="169164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45552" y="1783080"/>
            <a:ext cx="3099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845552" y="2093976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SKU-level forecast with an 80% interval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880360"/>
            <a:ext cx="3099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Dashboard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13232" y="3191256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stock, weeks of cover, reorder points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0" y="278892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9392" y="2880360"/>
            <a:ext cx="3099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Dashboard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279392" y="3191256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decisioning grid + prioritised action list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80960" y="278892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45552" y="2880360"/>
            <a:ext cx="3099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Details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845552" y="3191256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Single-SKU deep dive: “what do I reorder?”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88620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3977640"/>
            <a:ext cx="3099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13232" y="4288536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rupee-impact story, in-app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2120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321808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shipped: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scoring API (FastAPI) returning forecast + risk for any SKU or batch — ready for another system to call directly, with documented inputs/outputs and graceful handling of bad requests.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BEFORE YOU TRUST 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model does not know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" cy="9144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19072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Recorded, not true, demand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learns from recorded sales, which are censored by stockouts. For the 43 chronically stocked-out SKUs, real demand is likely higher than shown — inventory position was deliberately excluded from the model to avoid teaching it that low stock means low demand.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52928"/>
            <a:ext cx="54864" cy="9144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83464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SKUs are low-confidence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3172968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SKUs have under 12 weeks of history; their forecasts are directional, flagged in the dashboard, and should lean on category-level patterns until more data accrues.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68496"/>
            <a:ext cx="54864" cy="9144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950208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Rupee figures are planning estimates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4288536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Sales-at-risk and excess-capital figures use current list price / unit cost and a lead-time-based probability — decision support, not a guaranteed outcome.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084064"/>
            <a:ext cx="54864" cy="9144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065776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is fixed on purpose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77240" y="5404104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system integration, no price optimisation, no automated purchase orders — this is a forecast-and-flag tool the ops team acts on, not an autonomous one.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actions this month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232E6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 on the grid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replenishment on the 5 “Reorder now” SKUs; start markdown/clear planning on the 44 flagged “Markdown / clear” SKUs.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232E6E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1488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17720" y="28803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monthly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342900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pipeline against fresh exports each month — it re-runs end-to-end from raw data with one command, no manual spreadsheet steps.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0" y="192024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232E6E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21488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458200" y="28803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 it real inventory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58200" y="342900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simulated extracts with NorthBay's live exports; accuracy will only improve with real promo and reorder history.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623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9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detail: notebooks/01_eda.ipynb · reports/model_performance.md · reports/risk_summary.md · README.md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035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Zidio Development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FORESIGHT — Executive Readout</dc:title>
  <dc:subject>PptxGenJS Presentation</dc:subject>
  <dc:creator>Zidio Development — Data Science &amp; Analytics</dc:creator>
  <cp:lastModifiedBy>Zidio Development — Data Science &amp; Analytics</cp:lastModifiedBy>
  <cp:revision>1</cp:revision>
  <dcterms:created xsi:type="dcterms:W3CDTF">2026-08-21T05:13:45Z</dcterms:created>
  <dcterms:modified xsi:type="dcterms:W3CDTF">2026-08-21T05:13:45Z</dcterms:modified>
</cp:coreProperties>
</file>